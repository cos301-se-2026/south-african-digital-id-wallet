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1"/>
  </p:sldMasterIdLst>
  <p:notesMasterIdLst>
    <p:notesMasterId r:id="rId8"/>
  </p:notesMasterIdLst>
  <p:sldIdLst>
    <p:sldId id="256" r:id="rId2"/>
    <p:sldId id="263" r:id="rId3"/>
    <p:sldId id="265" r:id="rId4"/>
    <p:sldId id="266" r:id="rId5"/>
    <p:sldId id="258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22" dt="2026-09-04T03:09:43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86834-D128-421F-8932-60F1CD6ACD20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F9C48-ED0E-47BE-B528-CAA0981154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1421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F9C48-ED0E-47BE-B528-CAA0981154F7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171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3CC8-9851-C022-73AB-CDE3959C8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36" y="473061"/>
            <a:ext cx="9906000" cy="59128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2848C-BC9B-E71C-E4F0-A8F3DB7139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93335" y="1325441"/>
            <a:ext cx="9905998" cy="50775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275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6205-72E3-3FC8-D4C3-3FF14154A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736" y="542926"/>
            <a:ext cx="9457266" cy="6704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626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0F137C-A98E-2409-CA90-F39B26027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2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 algn="ctr">
              <a:defRPr sz="3115"/>
            </a:lvl1pPr>
          </a:lstStyle>
          <a:p>
            <a:r>
              <a:rPr lang="en-US" dirty="0" err="1"/>
              <a:t>FlashID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20C40B0-21BC-992C-83AB-5F7D608E8F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2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46">
                <a:solidFill>
                  <a:schemeClr val="tx1"/>
                </a:solidFill>
              </a:defRPr>
            </a:lvl1pPr>
            <a:lvl2pPr marL="237390" indent="0">
              <a:buNone/>
              <a:defRPr sz="1038">
                <a:solidFill>
                  <a:schemeClr val="tx1">
                    <a:tint val="75000"/>
                  </a:schemeClr>
                </a:solidFill>
              </a:defRPr>
            </a:lvl2pPr>
            <a:lvl3pPr marL="474779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3pPr>
            <a:lvl4pPr marL="712169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4pPr>
            <a:lvl5pPr marL="949559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5pPr>
            <a:lvl6pPr marL="1186948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6pPr>
            <a:lvl7pPr marL="1424338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7pPr>
            <a:lvl8pPr marL="1661728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8pPr>
            <a:lvl9pPr marL="1899117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Tech Titans ~ Capstone 2026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2BDC94-07FE-5180-A5C8-EDBA84B10C38}"/>
              </a:ext>
            </a:extLst>
          </p:cNvPr>
          <p:cNvGrpSpPr/>
          <p:nvPr userDrawn="1"/>
        </p:nvGrpSpPr>
        <p:grpSpPr>
          <a:xfrm>
            <a:off x="3435063" y="465729"/>
            <a:ext cx="5309178" cy="2094592"/>
            <a:chOff x="3954258" y="67696"/>
            <a:chExt cx="4506631" cy="157623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C747D6-E114-1D53-A318-5DEEC7539D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9" t="28258" r="17132" b="61281"/>
            <a:stretch>
              <a:fillRect/>
            </a:stretch>
          </p:blipFill>
          <p:spPr>
            <a:xfrm>
              <a:off x="3954258" y="1112448"/>
              <a:ext cx="4506631" cy="53148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46B07B5-10CE-E96A-D616-AFF22516FB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211" t="7472" r="13273" b="72731"/>
            <a:stretch>
              <a:fillRect/>
            </a:stretch>
          </p:blipFill>
          <p:spPr>
            <a:xfrm>
              <a:off x="4454076" y="67696"/>
              <a:ext cx="3506993" cy="1005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5781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F6B-1A4A-4F4D-ACE5-1B95941090FD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3D87E92-10BF-41CE-AE8B-D2EFBF12B8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6491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311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46">
                <a:solidFill>
                  <a:schemeClr val="tx1"/>
                </a:solidFill>
              </a:defRPr>
            </a:lvl1pPr>
            <a:lvl2pPr marL="237390" indent="0">
              <a:buNone/>
              <a:defRPr sz="1038">
                <a:solidFill>
                  <a:schemeClr val="tx1">
                    <a:tint val="75000"/>
                  </a:schemeClr>
                </a:solidFill>
              </a:defRPr>
            </a:lvl2pPr>
            <a:lvl3pPr marL="474779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3pPr>
            <a:lvl4pPr marL="712169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4pPr>
            <a:lvl5pPr marL="949559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5pPr>
            <a:lvl6pPr marL="1186948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6pPr>
            <a:lvl7pPr marL="1424338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7pPr>
            <a:lvl8pPr marL="1661728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8pPr>
            <a:lvl9pPr marL="1899117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351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F6B-1A4A-4F4D-ACE5-1B95941090FD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3D87E92-10BF-41CE-AE8B-D2EFBF12B8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690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246" b="1"/>
            </a:lvl1pPr>
            <a:lvl2pPr marL="237390" indent="0">
              <a:buNone/>
              <a:defRPr sz="1038" b="1"/>
            </a:lvl2pPr>
            <a:lvl3pPr marL="474779" indent="0">
              <a:buNone/>
              <a:defRPr sz="935" b="1"/>
            </a:lvl3pPr>
            <a:lvl4pPr marL="712169" indent="0">
              <a:buNone/>
              <a:defRPr sz="831" b="1"/>
            </a:lvl4pPr>
            <a:lvl5pPr marL="949559" indent="0">
              <a:buNone/>
              <a:defRPr sz="831" b="1"/>
            </a:lvl5pPr>
            <a:lvl6pPr marL="1186948" indent="0">
              <a:buNone/>
              <a:defRPr sz="831" b="1"/>
            </a:lvl6pPr>
            <a:lvl7pPr marL="1424338" indent="0">
              <a:buNone/>
              <a:defRPr sz="831" b="1"/>
            </a:lvl7pPr>
            <a:lvl8pPr marL="1661728" indent="0">
              <a:buNone/>
              <a:defRPr sz="831" b="1"/>
            </a:lvl8pPr>
            <a:lvl9pPr marL="1899117" indent="0">
              <a:buNone/>
              <a:defRPr sz="8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246" b="1"/>
            </a:lvl1pPr>
            <a:lvl2pPr marL="237390" indent="0">
              <a:buNone/>
              <a:defRPr sz="1038" b="1"/>
            </a:lvl2pPr>
            <a:lvl3pPr marL="474779" indent="0">
              <a:buNone/>
              <a:defRPr sz="935" b="1"/>
            </a:lvl3pPr>
            <a:lvl4pPr marL="712169" indent="0">
              <a:buNone/>
              <a:defRPr sz="831" b="1"/>
            </a:lvl4pPr>
            <a:lvl5pPr marL="949559" indent="0">
              <a:buNone/>
              <a:defRPr sz="831" b="1"/>
            </a:lvl5pPr>
            <a:lvl6pPr marL="1186948" indent="0">
              <a:buNone/>
              <a:defRPr sz="831" b="1"/>
            </a:lvl6pPr>
            <a:lvl7pPr marL="1424338" indent="0">
              <a:buNone/>
              <a:defRPr sz="831" b="1"/>
            </a:lvl7pPr>
            <a:lvl8pPr marL="1661728" indent="0">
              <a:buNone/>
              <a:defRPr sz="831" b="1"/>
            </a:lvl8pPr>
            <a:lvl9pPr marL="1899117" indent="0">
              <a:buNone/>
              <a:defRPr sz="8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F6B-1A4A-4F4D-ACE5-1B95941090FD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3D87E92-10BF-41CE-AE8B-D2EFBF12B8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8139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F6B-1A4A-4F4D-ACE5-1B95941090FD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3D87E92-10BF-41CE-AE8B-D2EFBF12B8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755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F6B-1A4A-4F4D-ACE5-1B95941090FD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3D87E92-10BF-41CE-AE8B-D2EFBF12B8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0983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  <a:prstGeom prst="rect">
            <a:avLst/>
          </a:prstGeom>
        </p:spPr>
        <p:txBody>
          <a:bodyPr anchor="b"/>
          <a:lstStyle>
            <a:lvl1pPr>
              <a:defRPr sz="166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1662"/>
            </a:lvl1pPr>
            <a:lvl2pPr>
              <a:defRPr sz="1454"/>
            </a:lvl2pPr>
            <a:lvl3pPr>
              <a:defRPr sz="1246"/>
            </a:lvl3pPr>
            <a:lvl4pPr>
              <a:defRPr sz="1038"/>
            </a:lvl4pPr>
            <a:lvl5pPr>
              <a:defRPr sz="1038"/>
            </a:lvl5pPr>
            <a:lvl6pPr>
              <a:defRPr sz="1038"/>
            </a:lvl6pPr>
            <a:lvl7pPr>
              <a:defRPr sz="1038"/>
            </a:lvl7pPr>
            <a:lvl8pPr>
              <a:defRPr sz="1038"/>
            </a:lvl8pPr>
            <a:lvl9pPr>
              <a:defRPr sz="10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31"/>
            </a:lvl1pPr>
            <a:lvl2pPr marL="237390" indent="0">
              <a:buNone/>
              <a:defRPr sz="727"/>
            </a:lvl2pPr>
            <a:lvl3pPr marL="474779" indent="0">
              <a:buNone/>
              <a:defRPr sz="623"/>
            </a:lvl3pPr>
            <a:lvl4pPr marL="712169" indent="0">
              <a:buNone/>
              <a:defRPr sz="519"/>
            </a:lvl4pPr>
            <a:lvl5pPr marL="949559" indent="0">
              <a:buNone/>
              <a:defRPr sz="519"/>
            </a:lvl5pPr>
            <a:lvl6pPr marL="1186948" indent="0">
              <a:buNone/>
              <a:defRPr sz="519"/>
            </a:lvl6pPr>
            <a:lvl7pPr marL="1424338" indent="0">
              <a:buNone/>
              <a:defRPr sz="519"/>
            </a:lvl7pPr>
            <a:lvl8pPr marL="1661728" indent="0">
              <a:buNone/>
              <a:defRPr sz="519"/>
            </a:lvl8pPr>
            <a:lvl9pPr marL="1899117" indent="0">
              <a:buNone/>
              <a:defRPr sz="5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F6B-1A4A-4F4D-ACE5-1B95941090FD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3D87E92-10BF-41CE-AE8B-D2EFBF12B8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530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  <a:prstGeom prst="rect">
            <a:avLst/>
          </a:prstGeom>
        </p:spPr>
        <p:txBody>
          <a:bodyPr anchor="b"/>
          <a:lstStyle>
            <a:lvl1pPr>
              <a:defRPr sz="166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62"/>
            </a:lvl1pPr>
            <a:lvl2pPr marL="237390" indent="0">
              <a:buNone/>
              <a:defRPr sz="1454"/>
            </a:lvl2pPr>
            <a:lvl3pPr marL="474779" indent="0">
              <a:buNone/>
              <a:defRPr sz="1246"/>
            </a:lvl3pPr>
            <a:lvl4pPr marL="712169" indent="0">
              <a:buNone/>
              <a:defRPr sz="1038"/>
            </a:lvl4pPr>
            <a:lvl5pPr marL="949559" indent="0">
              <a:buNone/>
              <a:defRPr sz="1038"/>
            </a:lvl5pPr>
            <a:lvl6pPr marL="1186948" indent="0">
              <a:buNone/>
              <a:defRPr sz="1038"/>
            </a:lvl6pPr>
            <a:lvl7pPr marL="1424338" indent="0">
              <a:buNone/>
              <a:defRPr sz="1038"/>
            </a:lvl7pPr>
            <a:lvl8pPr marL="1661728" indent="0">
              <a:buNone/>
              <a:defRPr sz="1038"/>
            </a:lvl8pPr>
            <a:lvl9pPr marL="1899117" indent="0">
              <a:buNone/>
              <a:defRPr sz="1038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31"/>
            </a:lvl1pPr>
            <a:lvl2pPr marL="237390" indent="0">
              <a:buNone/>
              <a:defRPr sz="727"/>
            </a:lvl2pPr>
            <a:lvl3pPr marL="474779" indent="0">
              <a:buNone/>
              <a:defRPr sz="623"/>
            </a:lvl3pPr>
            <a:lvl4pPr marL="712169" indent="0">
              <a:buNone/>
              <a:defRPr sz="519"/>
            </a:lvl4pPr>
            <a:lvl5pPr marL="949559" indent="0">
              <a:buNone/>
              <a:defRPr sz="519"/>
            </a:lvl5pPr>
            <a:lvl6pPr marL="1186948" indent="0">
              <a:buNone/>
              <a:defRPr sz="519"/>
            </a:lvl6pPr>
            <a:lvl7pPr marL="1424338" indent="0">
              <a:buNone/>
              <a:defRPr sz="519"/>
            </a:lvl7pPr>
            <a:lvl8pPr marL="1661728" indent="0">
              <a:buNone/>
              <a:defRPr sz="519"/>
            </a:lvl8pPr>
            <a:lvl9pPr marL="1899117" indent="0">
              <a:buNone/>
              <a:defRPr sz="5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F6B-1A4A-4F4D-ACE5-1B95941090FD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3D87E92-10BF-41CE-AE8B-D2EFBF12B8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7252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F6B-1A4A-4F4D-ACE5-1B95941090FD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3D87E92-10BF-41CE-AE8B-D2EFBF12B8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7679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F6B-1A4A-4F4D-ACE5-1B95941090FD}" type="datetimeFigureOut">
              <a:rPr lang="en-ZA" smtClean="0"/>
              <a:t>2026/09/03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3D87E92-10BF-41CE-AE8B-D2EFBF12B8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510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84670D-7538-D0C2-5183-11E8CB6843C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01"/>
          <a:stretch>
            <a:fillRect/>
          </a:stretch>
        </p:blipFill>
        <p:spPr>
          <a:xfrm>
            <a:off x="0" y="6683253"/>
            <a:ext cx="12192000" cy="1747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BD4A12-4F27-1754-5485-95CF83A8BC41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88542" b="59832"/>
          <a:stretch>
            <a:fillRect/>
          </a:stretch>
        </p:blipFill>
        <p:spPr>
          <a:xfrm>
            <a:off x="1" y="0"/>
            <a:ext cx="2207458" cy="241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3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</p:sldLayoutIdLst>
  <p:txStyles>
    <p:titleStyle>
      <a:lvl1pPr algn="l" defTabSz="474779" rtl="0" eaLnBrk="1" latinLnBrk="0" hangingPunct="1">
        <a:lnSpc>
          <a:spcPct val="90000"/>
        </a:lnSpc>
        <a:spcBef>
          <a:spcPct val="0"/>
        </a:spcBef>
        <a:buNone/>
        <a:defRPr sz="22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8695" indent="-118695" algn="l" defTabSz="474779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1pPr>
      <a:lvl2pPr marL="356085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593474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038" kern="1200">
          <a:solidFill>
            <a:schemeClr val="tx1"/>
          </a:solidFill>
          <a:latin typeface="+mn-lt"/>
          <a:ea typeface="+mn-ea"/>
          <a:cs typeface="+mn-cs"/>
        </a:defRPr>
      </a:lvl3pPr>
      <a:lvl4pPr marL="830864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4pPr>
      <a:lvl5pPr marL="1068254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5pPr>
      <a:lvl6pPr marL="1305643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33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7pPr>
      <a:lvl8pPr marL="1780423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8pPr>
      <a:lvl9pPr marL="2017812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1pPr>
      <a:lvl2pPr marL="237390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2pPr>
      <a:lvl3pPr marL="474779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3pPr>
      <a:lvl4pPr marL="712169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4pPr>
      <a:lvl5pPr marL="949559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5pPr>
      <a:lvl6pPr marL="1186948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6pPr>
      <a:lvl7pPr marL="1424338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7pPr>
      <a:lvl8pPr marL="1661728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8pPr>
      <a:lvl9pPr marL="1899117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7B262-D5E6-2C85-E46A-8A8E146B9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453" y="2575069"/>
            <a:ext cx="7791092" cy="2093800"/>
          </a:xfrm>
        </p:spPr>
        <p:txBody>
          <a:bodyPr lIns="91440" tIns="45720" rIns="91440" bIns="45720" anchor="b"/>
          <a:lstStyle/>
          <a:p>
            <a:r>
              <a:rPr lang="en-ZA" dirty="0" err="1"/>
              <a:t>FlashID</a:t>
            </a:r>
            <a:r>
              <a:rPr lang="en-ZA" dirty="0"/>
              <a:t> </a:t>
            </a:r>
            <a:br>
              <a:rPr lang="en-ZA" dirty="0"/>
            </a:br>
            <a:r>
              <a:rPr lang="en-ZA" dirty="0"/>
              <a:t>South African Digital ID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1EFB0-3207-6BE6-5418-5637408EA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3822" y="4779245"/>
            <a:ext cx="2924355" cy="810074"/>
          </a:xfrm>
        </p:spPr>
        <p:txBody>
          <a:bodyPr lIns="91440" tIns="45720" rIns="91440" bIns="45720" anchor="t"/>
          <a:lstStyle/>
          <a:p>
            <a:r>
              <a:rPr lang="en-ZA" sz="1600" dirty="0"/>
              <a:t>Tech Titans – Capstone 2026</a:t>
            </a:r>
            <a:endParaRPr lang="en-ZA" sz="1600" dirty="0">
              <a:cs typeface="Segoe UI"/>
            </a:endParaRPr>
          </a:p>
          <a:p>
            <a:r>
              <a:rPr lang="en-ZA" sz="1600" dirty="0"/>
              <a:t>Demo 3 </a:t>
            </a:r>
            <a:endParaRPr lang="en-ZA" sz="16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34594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4FDAF8-E63B-E6CB-9AE2-719B53E932D5}"/>
              </a:ext>
            </a:extLst>
          </p:cNvPr>
          <p:cNvSpPr txBox="1"/>
          <p:nvPr/>
        </p:nvSpPr>
        <p:spPr>
          <a:xfrm>
            <a:off x="8869825" y="4643446"/>
            <a:ext cx="242553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cs typeface="Segoe UI"/>
              </a:rPr>
              <a:t>QR Code  Generation</a:t>
            </a:r>
          </a:p>
          <a:p>
            <a:r>
              <a:rPr lang="en-US" sz="2800" b="1">
                <a:cs typeface="Segoe UI"/>
              </a:rPr>
              <a:t>And Verification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09BCB1-A893-067A-916A-96ACB368ABE2}"/>
              </a:ext>
            </a:extLst>
          </p:cNvPr>
          <p:cNvSpPr txBox="1"/>
          <p:nvPr/>
        </p:nvSpPr>
        <p:spPr>
          <a:xfrm>
            <a:off x="5156238" y="4803856"/>
            <a:ext cx="3105512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053B2C"/>
                </a:solidFill>
                <a:cs typeface="Segoe UI"/>
              </a:rPr>
              <a:t>Secure Credential Storage</a:t>
            </a:r>
          </a:p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AD75501-7D01-318D-BC39-5E9644C2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380" y="507566"/>
            <a:ext cx="9906000" cy="591282"/>
          </a:xfrm>
        </p:spPr>
        <p:txBody>
          <a:bodyPr/>
          <a:lstStyle/>
          <a:p>
            <a:r>
              <a:rPr lang="en-ZA" sz="4000"/>
              <a:t>Project Overview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64B0D0-7210-76AC-2BD1-570D5CEFA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458" y="1094950"/>
            <a:ext cx="3542960" cy="3608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248CE1-825B-8376-D2F1-B4D62A640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799" y="1747957"/>
            <a:ext cx="2888052" cy="28310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03E2C9-D5AB-E7CD-F264-5798F196E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2484120"/>
            <a:ext cx="4267200" cy="2103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565BC9-86E4-BD7D-5321-3DAE3FA910B7}"/>
              </a:ext>
            </a:extLst>
          </p:cNvPr>
          <p:cNvSpPr txBox="1"/>
          <p:nvPr/>
        </p:nvSpPr>
        <p:spPr>
          <a:xfrm>
            <a:off x="208317" y="4793695"/>
            <a:ext cx="341031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53B2C"/>
                </a:solidFill>
                <a:cs typeface="Segoe UI"/>
              </a:rPr>
              <a:t>Physical identity verification</a:t>
            </a:r>
            <a:endParaRPr lang="en-US" sz="2800" b="1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3073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76D3AB-DDAA-9359-6DD3-3DD3F9B85E35}"/>
              </a:ext>
            </a:extLst>
          </p:cNvPr>
          <p:cNvSpPr txBox="1"/>
          <p:nvPr/>
        </p:nvSpPr>
        <p:spPr>
          <a:xfrm>
            <a:off x="2900717" y="231855"/>
            <a:ext cx="74539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53B2C"/>
                </a:solidFill>
                <a:cs typeface="Segoe UI"/>
              </a:rPr>
              <a:t>Physical identity verification</a:t>
            </a:r>
            <a:endParaRPr lang="en-US" sz="2800" b="1" dirty="0">
              <a:cs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42E66-5912-4914-5760-0F4C82065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2451811"/>
            <a:ext cx="11856720" cy="1507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893140-E36C-3738-6135-09D11C67C49E}"/>
              </a:ext>
            </a:extLst>
          </p:cNvPr>
          <p:cNvSpPr txBox="1"/>
          <p:nvPr/>
        </p:nvSpPr>
        <p:spPr>
          <a:xfrm>
            <a:off x="1767840" y="1254760"/>
            <a:ext cx="865632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Citizens are able to self-verify against the Government Registry using Azure Face liveness — no prior official onboarding needed.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84377-F6EF-143A-01F6-1E332A1E27D7}"/>
              </a:ext>
            </a:extLst>
          </p:cNvPr>
          <p:cNvSpPr txBox="1"/>
          <p:nvPr/>
        </p:nvSpPr>
        <p:spPr>
          <a:xfrm>
            <a:off x="1767840" y="4119880"/>
            <a:ext cx="831088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All while ensuring that portraits and biometric data never leave the server.</a:t>
            </a:r>
          </a:p>
          <a:p>
            <a:endParaRPr lang="en-US" dirty="0"/>
          </a:p>
          <a:p>
            <a:r>
              <a:rPr lang="en-US" dirty="0"/>
              <a:t>The browser only gets a short lived Azure session token, and consent is required before any check runs.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34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85B3C-31EB-7BD6-91A3-F4D59DE27315}"/>
              </a:ext>
            </a:extLst>
          </p:cNvPr>
          <p:cNvSpPr txBox="1"/>
          <p:nvPr/>
        </p:nvSpPr>
        <p:spPr>
          <a:xfrm>
            <a:off x="1672930" y="1424134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Segoe UI"/>
              </a:rPr>
              <a:t>CSFR</a:t>
            </a:r>
          </a:p>
          <a:p>
            <a:r>
              <a:rPr lang="en-US" dirty="0">
                <a:cs typeface="Segoe UI"/>
              </a:rPr>
              <a:t>Rolling keys</a:t>
            </a:r>
          </a:p>
          <a:p>
            <a:r>
              <a:rPr lang="en-US" dirty="0">
                <a:cs typeface="Segoe UI"/>
              </a:rPr>
              <a:t>Tampering the payload</a:t>
            </a:r>
          </a:p>
          <a:p>
            <a:r>
              <a:rPr lang="en-US" dirty="0">
                <a:cs typeface="Segoe UI"/>
              </a:rPr>
              <a:t>Rate limiting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EB40C-93FA-6668-DEF9-6D4DF8A4B019}"/>
              </a:ext>
            </a:extLst>
          </p:cNvPr>
          <p:cNvSpPr txBox="1"/>
          <p:nvPr/>
        </p:nvSpPr>
        <p:spPr>
          <a:xfrm>
            <a:off x="4993677" y="201375"/>
            <a:ext cx="74539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53B2C"/>
                </a:solidFill>
                <a:cs typeface="Segoe UI"/>
              </a:rPr>
              <a:t>Security</a:t>
            </a:r>
            <a:endParaRPr lang="en-US" dirty="0"/>
          </a:p>
        </p:txBody>
      </p:sp>
      <p:pic>
        <p:nvPicPr>
          <p:cNvPr id="6" name="Picture 5" descr="What is Cross Site Request Forgery Attack (CSRF)?">
            <a:extLst>
              <a:ext uri="{FF2B5EF4-FFF2-40B4-BE49-F238E27FC236}">
                <a16:creationId xmlns:a16="http://schemas.microsoft.com/office/drawing/2014/main" id="{38279FF7-F411-DF1B-8879-6FD19972C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" y="2766771"/>
            <a:ext cx="4053840" cy="2157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32B2EA-DAA1-A956-DAD6-DBFC37A70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885" y="2212975"/>
            <a:ext cx="3242310" cy="32854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1A090A-4723-1E7B-0802-CEC6C9191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859405"/>
            <a:ext cx="4267200" cy="250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00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3BD0E7-2F15-6B4D-42A8-B57C1D0FF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586308"/>
            <a:ext cx="9906000" cy="1685384"/>
          </a:xfrm>
        </p:spPr>
        <p:txBody>
          <a:bodyPr/>
          <a:lstStyle/>
          <a:p>
            <a:pPr algn="ctr"/>
            <a:r>
              <a:rPr lang="en-ZA" sz="1150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29776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D1AC6-A68C-227A-C618-D74CA304D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7ABD35-D5A9-9F1A-F00B-7666E411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586308"/>
            <a:ext cx="9906000" cy="1685384"/>
          </a:xfrm>
        </p:spPr>
        <p:txBody>
          <a:bodyPr/>
          <a:lstStyle/>
          <a:p>
            <a:pPr algn="ctr"/>
            <a:r>
              <a:rPr lang="en-ZA" sz="1150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88610677"/>
      </p:ext>
    </p:extLst>
  </p:cSld>
  <p:clrMapOvr>
    <a:masterClrMapping/>
  </p:clrMapOvr>
</p:sld>
</file>

<file path=ppt/theme/theme1.xml><?xml version="1.0" encoding="utf-8"?>
<a:theme xmlns:a="http://schemas.openxmlformats.org/drawingml/2006/main" name="FlashID theme v2 ">
  <a:themeElements>
    <a:clrScheme name="FlashID">
      <a:dk1>
        <a:srgbClr val="053B2C"/>
      </a:dk1>
      <a:lt1>
        <a:sysClr val="window" lastClr="FFFFFF"/>
      </a:lt1>
      <a:dk2>
        <a:srgbClr val="053B2C"/>
      </a:dk2>
      <a:lt2>
        <a:srgbClr val="F7F4EA"/>
      </a:lt2>
      <a:accent1>
        <a:srgbClr val="007A4D"/>
      </a:accent1>
      <a:accent2>
        <a:srgbClr val="FFB81C"/>
      </a:accent2>
      <a:accent3>
        <a:srgbClr val="002395"/>
      </a:accent3>
      <a:accent4>
        <a:srgbClr val="DE3831"/>
      </a:accent4>
      <a:accent5>
        <a:srgbClr val="9CA3AF"/>
      </a:accent5>
      <a:accent6>
        <a:srgbClr val="031F18"/>
      </a:accent6>
      <a:hlink>
        <a:srgbClr val="007A4D"/>
      </a:hlink>
      <a:folHlink>
        <a:srgbClr val="6B7280"/>
      </a:folHlink>
    </a:clrScheme>
    <a:fontScheme name="FlashID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ashID theme v2 " id="{D6CDD277-DFB3-4698-89D2-A7FED1FB6D93}" vid="{1E471074-32B4-4934-8203-C1578CCD6D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FlashID theme v2 </Template>
  <TotalTime>0</TotalTime>
  <Words>48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FlashID theme v2 </vt:lpstr>
      <vt:lpstr>FlashID  South African Digital ID System</vt:lpstr>
      <vt:lpstr>Project Overview</vt:lpstr>
      <vt:lpstr>PowerPoint Presentation</vt:lpstr>
      <vt:lpstr>PowerPoint Presentation</vt:lpstr>
      <vt:lpstr>LIVE DEMO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Unathi Tshakalisa</dc:creator>
  <cp:lastModifiedBy>Unathi Tshakalisa</cp:lastModifiedBy>
  <cp:revision>179</cp:revision>
  <dcterms:created xsi:type="dcterms:W3CDTF">2026-05-19T01:22:20Z</dcterms:created>
  <dcterms:modified xsi:type="dcterms:W3CDTF">2026-09-04T03:10:04Z</dcterms:modified>
</cp:coreProperties>
</file>